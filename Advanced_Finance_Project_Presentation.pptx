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Finance &amp; Accounting Courses Analysis</a:t>
            </a:r>
          </a:p>
          <a:p>
            <a:pPr/>
            <a:r>
              <a:t>Udemy Dataset (13K+ courses)</a:t>
            </a:r>
          </a:p>
          <a:p>
            <a:pPr/>
            <a:r>
              <a:t>Domain: Data Analytics /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Predict number of subscribers</a:t>
            </a:r>
          </a:p>
          <a:p>
            <a:pPr/>
            <a:r>
              <a:t>Analyze course performance</a:t>
            </a:r>
          </a:p>
          <a:p>
            <a:pPr/>
            <a:r>
              <a:t>Identify factors affecting course success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13,000+ courses</a:t>
            </a:r>
          </a:p>
          <a:p>
            <a:pPr/>
            <a:r>
              <a:t>Features: price, rating, reviews, lectures</a:t>
            </a:r>
          </a:p>
          <a:p>
            <a:pPr/>
            <a:r>
              <a:t>Source: Udemy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Python (Pandas, NumPy)</a:t>
            </a:r>
          </a:p>
          <a:p>
            <a:pPr/>
            <a:r>
              <a:t>Visualization: Matplotlib, Seaborn, Plotly</a:t>
            </a:r>
          </a:p>
          <a:p>
            <a:pPr/>
            <a:r>
              <a:t>Machine Learning: Scikit-learn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Handled missing values</a:t>
            </a:r>
          </a:p>
          <a:p>
            <a:pPr/>
            <a:r>
              <a:t>Converted categorical to numeric</a:t>
            </a:r>
          </a:p>
          <a:p>
            <a:pPr/>
            <a:r>
              <a:t>Removed unnecessary columns</a:t>
            </a:r>
          </a:p>
          <a:p>
            <a:pPr/>
            <a:r>
              <a:t>Feature selection applied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Converted currency INR to USD</a:t>
            </a:r>
          </a:p>
          <a:p>
            <a:pPr/>
            <a:r>
              <a:t>Calculated discount percentage</a:t>
            </a:r>
          </a:p>
          <a:p>
            <a:pPr/>
            <a:r>
              <a:t>Categorized course titles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Used Random Forest Regressor</a:t>
            </a:r>
          </a:p>
          <a:p>
            <a:pPr/>
            <a:r>
              <a:t>Train-test split (80/20)</a:t>
            </a:r>
          </a:p>
          <a:p>
            <a:pPr/>
            <a:r>
              <a:t>Trained on selected features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Mean Squared Error (MSE)</a:t>
            </a:r>
          </a:p>
          <a:p>
            <a:pPr/>
            <a:r>
              <a:t>R² Score for accuracy</a:t>
            </a:r>
          </a:p>
          <a:p>
            <a:pPr/>
            <a:r>
              <a:t>Compared predicted vs actual values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High ratings &amp; reviews → more subscribers</a:t>
            </a:r>
          </a:p>
          <a:p>
            <a:pPr/>
            <a:r>
              <a:t>Affordable pricing increases enrollments</a:t>
            </a:r>
          </a:p>
          <a:p>
            <a:pPr/>
            <a:r>
              <a:t>Business &amp; Finance categories dominate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Top courses by rating</a:t>
            </a:r>
          </a:p>
          <a:p>
            <a:pPr/>
            <a:r>
              <a:t>Top courses by subscribers</a:t>
            </a:r>
          </a:p>
          <a:p>
            <a:pPr/>
            <a:r>
              <a:t>Discount &amp; pricing trends</a:t>
            </a:r>
          </a:p>
          <a:p>
            <a:pPr/>
            <a:r>
              <a:t>Category-wise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ML models help predict course success</a:t>
            </a:r>
          </a:p>
          <a:p>
            <a:pPr/>
            <a:r>
              <a:t>Feature selection is important</a:t>
            </a:r>
          </a:p>
          <a:p>
            <a:pPr/>
            <a:r>
              <a:t>Random Forest performed well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Use advanced models (XGBoost)</a:t>
            </a:r>
          </a:p>
          <a:p>
            <a:pPr/>
            <a:r>
              <a:t>Deploy as web application</a:t>
            </a:r>
          </a:p>
          <a:p>
            <a:pPr/>
            <a:r>
              <a:t>Real-time recommendation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